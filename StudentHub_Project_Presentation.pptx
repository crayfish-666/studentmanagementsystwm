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3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3200400" cy="411480"/>
          </a:xfrm>
          <a:prstGeom prst="roundRect">
            <a:avLst/>
          </a:prstGeom>
          <a:solidFill>
            <a:srgbClr val="D5E3FC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Stitch Nexus Campus 设计规范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StudentHub · 学生一站式自主管理过程管理系统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围绕“学生主体 + 过程档案”，覆盖 TY / ST / SQ / QG / CMP 五大业务模块的校园中台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3474720"/>
            <a:ext cx="9784080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49040"/>
            <a:ext cx="9784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开发周期：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2026.07.20 – 2026.07.22 (3天击穿垂直迭代)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项目团队：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陈宇晗 (PM / 架构师 / 前后端负责人 / 组长) | 童子涵 (QA &amp; DevOps 测试运维)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汇报场景：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实训成果汇报 / 课程评测 / 综合事务中台演示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需求拆解：原始需求 + 细化迭代需求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明确划分官方核心必做功能与加分拓展创新功能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核心必做功能 (Base Requirements)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学生档案 (IDX)：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学籍信息库、学号索引、班级组织关联与档案明细。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团员发展 (TY)：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入团申请、推优大会、培养记录、政审管理、团员花名册。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社团活动 (ST)：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社团立项、招新计划、活动审批与全校活动广场。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学生社区 (SQ)：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楼栋寝室网格、巡查打卡评分、宿舍违规异常处理。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勤工助学 (QG)：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贫困生困难认定、岗位招聘发布、工时考勤打卡。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综合评价 (CMP)：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德智体美劳五维得分量化与全校综合分实时排行。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加分拓展创新功能 (Innovative Highlights)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Google Stitch 顶尖视觉重构：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Nexus Campus 规范，海蓝 Pill 标签与纯白石墨极简风 UI。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状态机引擎 (State Machine)：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统一逻辑推进 (S0草稿→S1公示→S2审批→S3通过)，带全流程审计。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AI 大模型智慧评语 (DeepSeek)：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自动分析学生五维数据，一键生成多维综合素质评价与成长建议。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SQLite Flyway 自动化持久化：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数据库 SQL JOIN 关联查询，拒绝后端假数据硬编码。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一键并发启动脚本 (start.bat)：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CMD 零乱码并行调起 Spring Boot 与 Vite 双端服务。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技术栈清单 (Full Tech Stack Architecture)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高性能 SQLite 数据库 + AI 大模型中间件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 (Frontend)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 3.5 (&lt;script setup&gt;)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Vite 5 构建工具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Element Plus 2.8+ UI 库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Pinia 3 状态管理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ECharts 5 数据可视化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Axios 透明刷令牌封包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 (Backend)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Java 21 / Spring Boot 3.3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MyBatis-Plus 3.5 ORM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Flyway 数据库自动迁移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Sa-Token 权限鉴权框架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Logback 结构化 JSON 日志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Spring JdbcTemplate 关联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数据库与存储 (Storage)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SQLite3 关系型数据库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WAL 模式 (journal_mode=WAL)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Foreign Keys 外键硬约束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本地文件/MinIO 对象存储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AES-256-GCM 敏感字段加密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赋能与 SDK (AI Tools)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DeepSeek Open AI 大模型 API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Google Stitch 设计 Token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Vitest / JUnit5 单元测试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 / Nginx 容器部署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start.bat UTF-8一键脚本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成员分工说明 (Team Assignment Matrix)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展示《成员分工记录表》，明确团队角色与核心职责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5852160"/>
                <a:gridCol w="1828800"/>
              </a:tblGrid>
              <a:tr h="158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团队成员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负责模块与具体工作内容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产出成果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36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陈宇晗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PM / 架构师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后端领头人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前端领头人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答辩组长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系统整体单体架构设计 (Modular Monolith) 与 PRD/SRD 编写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数据库 SQLite 模式设计及 Flyway V1.0/V1.1 脚本编写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Spring Boot 后端 35+ 子页面 API 控制器与 Service 层开发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Vue 3 前端全部视图重构与 Google Stitch Nexus UI 适配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DeepSeek AI 大模型综合评价引擎接入与 API 联调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后端全量代码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前端全量页面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数据迁移脚本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接入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36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童子涵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测试工程师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DevOps 运维工程师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编写 SQLite 数据库单元与集成测试用例 (StudentHubCrudTest.java)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验证 CRUD 增删改查无报错与自动化断言校验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编写根目录 start.bat / run.bat 一键并发启动批处理脚本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负责系统部署压测、日志排错与终测质量把控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单元测试用例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start.bat 启动脚本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部署与测试报告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迭代过程：需求迭代表 (v1.0 → v1.1 → v2.0)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Vibe Coding 快速击穿模式，完成完整迭代链路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5669280"/>
                <a:gridCol w="1828800"/>
              </a:tblGrid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迭代版本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核心解决问题与新增功能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闭环验证指标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v1.0 MVP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 MVP 架构搭建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完成基于 Spring Boot 3 与 Vue 3 的前后端骨架搭建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建立 SQLite 数据库 DDL 表结构 (sys_user, ty_application 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实现 JWT 登录鉴权与 Sa-Token 菜单权限隔离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通过用户登录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与菜单动态加载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v1.1 极简UI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设计重构与体验升级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参考 Google Stitch Nexus Campus 设计重构高颜值 UI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Flyway 自动化落盘 20 条标准数据到 SQLite 数据库中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对齐前后端 35+ 页面 JSON 字段名，解决字段显示空白问题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个页面全量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数据正确显示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 创新加分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创新与测试部署闭环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接入 DeepSeek LLM 大模型，实现五维综合素质智能评估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编写 StudentHubCrudTest 自动化单元测试 (100% 通过)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• 根目录提供 start.bat 脚本，实现无冲突一键并发启动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JUnit 全绿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智能响应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赋能落地点 (AI-Driven Development Scenarios)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 AI 辅助开发的全部 5 大核心落地场景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AI 编写后端 CRUD &amp; 状态机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1508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AI 快速生成 Spring Boot REST Controller、Service 逻辑及 Mapper 接口，规范实现 statem.Apply() 状态推进与审计日志，减少 80% 重复工作量。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优化 SQL &amp; SQLite 迁移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生成复杂的 LEFT JOIN 多表联查 SQL 语句与 SQLite 窗口函数 (RANK() OVER)，并自动构建 Flyway DML 自动化播种脚本 V1.1__seed_20_samples.sql。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AI 生成前端 Stitch 视觉页面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Google Stitch Nexus Campus 视觉规范，AI 编写 Element Plus 表单、Pinia 状态管理及 ECharts 可视化图表组件，实现高质量界面展示。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AI 自动编写测试用例与文档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生成后端 StudentHubCrudTest.java 单元测试用例，并自动编写 AGENTS.md 规范、README.md、截图指引与答辩 PPT 脚本。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AI 接入 DeepSeek 智能评估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 DeepSeek LLM API 接口，实现基于学生“德智体美劳”五维考研数据的个性化评语生成与智能化提升建议。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系统架构、业务流程与界面展示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核心状态机流转、ECharts 驾驶舱大屏与 AI 智能评估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状态机审批流 (State Engine)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状态推进：S0 草稿 → S1 公示 → S2 审批 → S3 通过 → S4 归档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硬隔离校验：状态变更统一走动作端点 (如 /submit, /approve)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审计追踪：记录操作人、时间戳与变前变后状态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ECharts 管理驾驶舱大屏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可视化卡片展示全校团员比例、社团活跃排行榜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社区违规趋势分析与勤工助学岗位核算动态图表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 ECharts 5 响应式自适应布局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数据模型与持久化 (SQLite)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多表关联：idx_student 核心表关联 5 大模块业务表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WAL 模式：高并发读写性能与日志持久化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Flyway 迁移：版本化数据库变更控制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AI 智能综合评估模块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采集德智体美劳五维综合素质考评得分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实时调用 DeepSeek 大模型生成智能评语与建议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支持人工覆盖与审核确认机制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项目亮点与加分创新点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业务价值击穿 + Google Stitch 极简设计 + Vibe Coding 高效范式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业务价值击穿 (Business Value)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围绕“学生主体 + 过程档案”，彻底改变传统“被动管理”模式。全方位覆盖团员发展、社团活动、社区网格、勤工助学与综合评价五大场景。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Stitch 视觉交互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Google Stitch Nexus Campus 设计规范，采用高颜值海蓝 Active Pill 标签、纯白侧边栏与石墨极简卡片，极大地提升用户视觉体验。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03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C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状态机与全流程审计引擎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封装统一的 State Machine 引擎，严格卡控业务状态变更路径，任何关键操作实时记录审计日志，保证校园管理数据的严肃性与追溯性。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3035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高效敏捷范式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AI 辅助开发，在 3 天内快速击穿 35 个子页面、全模块 20 条标准数据 SQL 关联查询、100% 单元测试全绿及一键并发启动脚本。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总结与未来待优化方向 (Summary &amp; Roadmap)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F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收获与实践总结 + 未来架构演进计划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137160" cy="640080"/>
          </a:xfrm>
          <a:prstGeom prst="rect">
            <a:avLst/>
          </a:prstGeom>
          <a:solidFill>
            <a:srgbClr val="00236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迭代收获 (Harvest &amp; Takeaways)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架构能力提升：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掌握了 Modular Monolith 单体模块化设计与分层架构规范。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数据库高可用：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实践了 SQLite WAL 模式、Flyway DML 自动化迁移与 SQL JOIN 优化。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极简 UI 设计：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 Google Stitch 设计语言，成功打造现代化 Campus 界面。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Vibe Coding 实践：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验证了 AI 在需求拆解、全栈代码编写、测试断言及部署脚本中的巨大赋能价值。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未来待优化方向 (Future Roadmap)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微服务架构演进 (v3.0)：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Nacos / Spring Cloud，将 5 大业务模块平滑拆分为微服务。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分布式缓存与 Redis：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Redis 实现分布式 Session 共享与热点综合分排行榜缓存。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 AI 能力扩充：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OCR 识别团课证书、摄像头人脸识别实现活动与打卡考勤签到。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移动端小程序适配：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91C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UniApp 拓展微信小程序端，方便学生随时随地打卡与查分。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StudentHub 项目汇报 PPT</dc:title>
  <dc:subject>PptxGenJS Presentation</dc:subject>
  <dc:creator>PptxGenJS</dc:creator>
  <cp:lastModifiedBy>PptxGenJS</cp:lastModifiedBy>
  <cp:revision>1</cp:revision>
  <dcterms:created xsi:type="dcterms:W3CDTF">2026-07-21T19:33:06Z</dcterms:created>
  <dcterms:modified xsi:type="dcterms:W3CDTF">2026-07-21T19:33:06Z</dcterms:modified>
</cp:coreProperties>
</file>